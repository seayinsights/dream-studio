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Dream-Studio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[Report Period]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27432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Key finding 1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2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3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4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[Value]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7AE60"/>
                </a:solidFill>
              </a:defRPr>
            </a:pPr>
            <a:r>
              <a:t>[Value]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C40F"/>
                </a:solidFill>
              </a:defRPr>
            </a:pPr>
            <a:r>
              <a:t>[Value]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7E22"/>
                </a:solidFill>
              </a:defRPr>
            </a:pPr>
            <a:r>
              <a:t>[Value]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Avg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Trends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Priority 1: [Recommendation]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Priority 2: [Recommendation]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Priority 3: [Recommendation]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98DB"/>
                </a:solidFill>
              </a:defRPr>
            </a:pPr>
            <a:r>
              <a:t>dream-studio analytics</a:t>
            </a:r>
          </a:p>
          <a:p>
            <a:pPr>
              <a:defRPr sz="1800">
                <a:solidFill>
                  <a:srgbClr val="3498DB"/>
                </a:solidFill>
              </a:defRPr>
            </a:pPr>
            <a:r>
              <a:t>dannis.seay@twinrootsllc.com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