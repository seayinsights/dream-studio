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Dream-Studio Analytics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498DB"/>
                </a:solidFill>
              </a:defRPr>
            </a:pPr>
            <a:r>
              <a:t>[Report Period]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27432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4495E"/>
                </a:solidFill>
              </a:defRPr>
            </a:pPr>
            <a:r>
              <a:t>Key finding 1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Key finding 2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Key finding 3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Key finding 4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Key finding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98DB"/>
                </a:solidFill>
              </a:defRPr>
            </a:pPr>
            <a:r>
              <a:t>[Value]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Total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5544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7AE60"/>
                </a:solidFill>
              </a:defRPr>
            </a:pPr>
            <a:r>
              <a:t>[Value]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945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Total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C40F"/>
                </a:solidFill>
              </a:defRPr>
            </a:pPr>
            <a:r>
              <a:t>[Value]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Total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2004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3832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7E22"/>
                </a:solidFill>
              </a:defRPr>
            </a:pPr>
            <a:r>
              <a:t>[Value]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023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Avg Session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Trends &amp;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34747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34495E"/>
                </a:solidFill>
              </a:defRPr>
            </a:pPr>
            <a:r>
              <a:t>[CHART PLACEHOLDER]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18872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Key Insights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1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2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4495E"/>
                </a:solidFill>
              </a:defRPr>
            </a:pPr>
            <a:r>
              <a:t>Priority 1: [Recommendation]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Priority 2: [Recommendation]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Priority 3: [Recommendation]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98DB"/>
                </a:solidFill>
              </a:defRPr>
            </a:pPr>
            <a:r>
              <a:t>dream-studio analytics</a:t>
            </a:r>
          </a:p>
          <a:p>
            <a:pPr>
              <a:defRPr sz="1800">
                <a:solidFill>
                  <a:srgbClr val="3498DB"/>
                </a:solidFill>
              </a:defRPr>
            </a:pPr>
            <a:r>
              <a:t>dannis.seay@twinrootsllc.com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Custom Slide: Additional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a custom slide added programmatically.</a:t>
            </a:r>
          </a:p>
          <a:p/>
          <a:p/>
          <a:p>
            <a:pPr>
              <a:defRPr sz="1800"/>
            </a:pPr>
            <a:r>
              <a:t>You can add any content you need:</a:t>
            </a:r>
          </a:p>
          <a:p>
            <a:pPr lvl="1">
              <a:defRPr sz="1600"/>
            </a:pPr>
            <a:r>
              <a:t>Custom charts</a:t>
            </a:r>
          </a:p>
          <a:p>
            <a:pPr lvl="1">
              <a:defRPr sz="1600"/>
            </a:pPr>
            <a:r>
              <a:t>Additional metrics</a:t>
            </a:r>
          </a:p>
          <a:p>
            <a:pPr lvl="1">
              <a:defRPr sz="1600"/>
            </a:pPr>
            <a:r>
              <a:t>Supplementary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